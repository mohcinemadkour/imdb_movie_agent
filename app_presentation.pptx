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54864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74552" cy="146304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C518"/>
                </a:solidFill>
              </a:rPr>
              <a:t>🎬  IMDB Movie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app.py — Architecture &amp; Design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8899"/>
                </a:solidFill>
              </a:rPr>
              <a:t>Streamlit  ·  OpenAI GPT-4o  ·  FAISS  ·  LangGraph  ·  Whisper TTS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99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518"/>
                </a:solidFill>
              </a:rPr>
              <a:t>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44752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Streamlit-based conversational UI for the IMDB Top 1000 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470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Combines structured pandas queries with FAISS semantic (vector) 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95728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2257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Powered by OpenAI GPT-4o via a LangGraph agent with 3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71216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98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Supports voice input (Whisper STT) and voice output (TTS-1 / gTTS)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46704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7355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Persistent chat history with example question shortcuts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822191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4903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All API keys stored in .env — never hardcoded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518"/>
                </a:solidFill>
              </a:rPr>
              <a:t>Startup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5156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99"/>
                </a:solidFill>
              </a:rPr>
              <a:t>Run order matters — each step depends on the previous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10512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1. python-dotenv loads .env  (OPENAI_API_KEY / GOOGLE_API_KEY)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86000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2. st.set_page_config — must be the very first Streamlit 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61488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8833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3. API key guard — st.stop() if no key is found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36976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6382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4. Session state init — messages list + agent_executor cached once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12463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393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5. First run: FAISS vector index is built over the Overview column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187952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6. Subsequent runs: index loaded from data/faiss_index/ (fast)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518"/>
                </a:solidFill>
              </a:rPr>
              <a:t>Module Layout  (app.py top-level sections)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44752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_speak()              — TTS helper 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470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Sidebar               — Settings panel + 10 example question buttons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95728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2257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Main heading          — Title + caption bar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71216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98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Voice input expander  — Mic recording + Whisper transcription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46704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7355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Chat history display  — Renders all past messages on every rerun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822191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4903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Input handling        — chat_input / pending_input → agent →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518"/>
                </a:solidFill>
              </a:rPr>
              <a:t>_speak()  — Text-to-Speech Helper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5156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99"/>
                </a:solidFill>
              </a:rPr>
              <a:t>st.audio(..., autoplay=True) plays the audio inline — no page reload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828800"/>
            <a:ext cx="5669280" cy="38404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865376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828800"/>
            <a:ext cx="5669280" cy="38404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865376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31136"/>
            <a:ext cx="11430000" cy="384048"/>
          </a:xfrm>
          <a:prstGeom prst="rect">
            <a:avLst/>
          </a:prstGeom>
          <a:solidFill>
            <a:srgbClr val="2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267712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267712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String to speak — 4096 char limit (OpenAI) / 500 chars (gTTS)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633472"/>
            <a:ext cx="11430000" cy="384048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670048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670048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"auto" (OpenAI → gTTS fallback), "openai", or "gtts"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035808"/>
            <a:ext cx="11430000" cy="384048"/>
          </a:xfrm>
          <a:prstGeom prst="rect">
            <a:avLst/>
          </a:prstGeom>
          <a:solidFill>
            <a:srgbClr val="2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07238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voice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07238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OpenAI voice: nova / alloy / echo / fable / onyx / shimmer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438144"/>
            <a:ext cx="11430000" cy="384048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47472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returns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47472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Engine used: "openai" | "gtts" | "error: &lt;msg&gt;"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518"/>
                </a:solidFill>
              </a:rPr>
              <a:t>Sidebar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63040"/>
            <a:ext cx="5669280" cy="38404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99616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5669280" cy="38404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499616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865376"/>
            <a:ext cx="11430000" cy="384048"/>
          </a:xfrm>
          <a:prstGeom prst="rect">
            <a:avLst/>
          </a:prstGeom>
          <a:solidFill>
            <a:srgbClr val="2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901952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Voice Output toggle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901952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Enable / disable TTS after each agent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267712"/>
            <a:ext cx="11430000" cy="384048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304288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TTS Engine radio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304288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Select Auto / OpenAI TTS / gTTS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670048"/>
            <a:ext cx="11430000" cy="384048"/>
          </a:xfrm>
          <a:prstGeom prst="rect">
            <a:avLst/>
          </a:prstGeom>
          <a:solidFill>
            <a:srgbClr val="2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70662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OpenAI Voice selectbox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70662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Pick from 6 voices (hidden when gTTS selected)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072384"/>
            <a:ext cx="11430000" cy="384048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10896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Clear Chat 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10896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Resets messages list + triggers st.rerun()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474720"/>
            <a:ext cx="11430000" cy="384048"/>
          </a:xfrm>
          <a:prstGeom prst="rect">
            <a:avLst/>
          </a:prstGeom>
          <a:solidFill>
            <a:srgbClr val="2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511296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Example question buttons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511296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Sets pending_input + reruns to auto-submit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518"/>
                </a:solidFill>
              </a:rPr>
              <a:t>Voice Input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5156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99"/>
                </a:solidFill>
              </a:rPr>
              <a:t>Collapsible expander — voice input is fully optional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10512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audio_recorder() captures mic bytes via audio-recorder-streamlit widget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86000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Guard: skip if bytes ≤ 1000  (header-only = no real audio)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61488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8833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MD5 deduplication: skip if same clip already processed this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36976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6382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Whisper API: model=whisper-1, verbose_json, language=en, IMDB domain prompt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12463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393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Confidence check: avg no_speech_prob ≥ 0.6 → warn + allow re-record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187952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Per-segment 🟢/🟡/🔴 confidence expander shown to 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63440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Confirmation UI: editable text box + ✅ Send / 🗑️ Discard buttons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518"/>
                </a:solidFill>
              </a:rPr>
              <a:t>Whisper Transcription — Key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5156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99"/>
                </a:solidFill>
              </a:rPr>
              <a:t>verbose_json enables per-segment quality scoring unavailable in plain text format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10512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response_format="verbose_json": returns TranscriptionSegment objects (not dicts)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86000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Attribute access via getattr(seg, 'no_speech_prob', 0) — Pydantic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61488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8833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Domain prompt: "IMDB, movie titles, director names, genres like Horror, Comedy, Sci-Fi"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36976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6382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no_speech_prob threshold: 0.6 — silence/noise likely above this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12463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393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Low confidence → ⚠️ warning displayed + _last_audio_hash reset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187952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High confidence → store in session_state['_pending_transcription']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518"/>
                </a:solidFill>
              </a:rPr>
              <a:t>Session State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63040"/>
            <a:ext cx="3764280" cy="38404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99616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</a:t>
            </a:r>
          </a:p>
        </p:txBody>
      </p:sp>
      <p:sp>
        <p:nvSpPr>
          <p:cNvPr id="8" name="Rectangle 7"/>
          <p:cNvSpPr/>
          <p:nvPr/>
        </p:nvSpPr>
        <p:spPr>
          <a:xfrm>
            <a:off x="4038600" y="1463040"/>
            <a:ext cx="3764280" cy="38404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84320" y="1499616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48600" y="1463040"/>
            <a:ext cx="3764280" cy="38404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4320" y="1499616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865376"/>
            <a:ext cx="11430000" cy="384048"/>
          </a:xfrm>
          <a:prstGeom prst="rect">
            <a:avLst/>
          </a:prstGeom>
          <a:solidFill>
            <a:srgbClr val="2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01952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messages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4320" y="1901952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list[dict]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4320" y="1901952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Full chat history (role + content)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267712"/>
            <a:ext cx="11430000" cy="384048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304288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agent_executor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4320" y="2304288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CompiledStateGraph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320" y="2304288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Cached LangGraph agent — built once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670048"/>
            <a:ext cx="11430000" cy="384048"/>
          </a:xfrm>
          <a:prstGeom prst="rect">
            <a:avLst/>
          </a:prstGeom>
          <a:solidFill>
            <a:srgbClr val="2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706624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_last_audio_hash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4320" y="2706624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str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320" y="2706624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MD5 of last processed audio (dedup)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072384"/>
            <a:ext cx="11430000" cy="384048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108960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_pending_transcription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4320" y="3108960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str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320" y="3108960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Whisper output awaiting confirmation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474720"/>
            <a:ext cx="11430000" cy="384048"/>
          </a:xfrm>
          <a:prstGeom prst="rect">
            <a:avLst/>
          </a:prstGeom>
          <a:solidFill>
            <a:srgbClr val="2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511296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pending_input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84320" y="3511296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str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4320" y="3511296"/>
            <a:ext cx="371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Question ready to submit to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518"/>
                </a:solidFill>
              </a:rPr>
              <a:t>Input Handling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5156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99"/>
                </a:solidFill>
              </a:rPr>
              <a:t>history passed to agent excludes the current message (already added separately)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10512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Two sources merged: st.chat_input (keyboard) + pending_input (voice/buttons)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86000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1. User message appended to history and rendered in chat bubble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61488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8833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2. run_agent(executor, user_input, history) called inside st.spinner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36976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6382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3. Exceptions caught — friendly error shown instead of crash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12463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393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4. Assistant response rendered with st.markdown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187952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5. If Voice Output on: _speak() called, status caption shown below response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63440"/>
            <a:ext cx="73152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6. Assistant message appended to history for next turn context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518"/>
                </a:solidFill>
              </a:rPr>
              <a:t>Key Dependencies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63040"/>
            <a:ext cx="5669280" cy="38404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99616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Package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5669280" cy="38404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499616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Usage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865376"/>
            <a:ext cx="11430000" cy="384048"/>
          </a:xfrm>
          <a:prstGeom prst="rect">
            <a:avLst/>
          </a:prstGeom>
          <a:solidFill>
            <a:srgbClr val="2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901952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streamlit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901952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UI framework — chat, widgets, audio playback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267712"/>
            <a:ext cx="11430000" cy="384048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304288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openai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304288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Whisper-1 STT, TTS-1 speech, GPT-4o 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670048"/>
            <a:ext cx="11430000" cy="384048"/>
          </a:xfrm>
          <a:prstGeom prst="rect">
            <a:avLst/>
          </a:prstGeom>
          <a:solidFill>
            <a:srgbClr val="2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70662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audio-recorder-streamlit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70662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Microphone recording widget in-browser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072384"/>
            <a:ext cx="11430000" cy="384048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10896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gtts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10896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Google TTS fallback (free, no key needed)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474720"/>
            <a:ext cx="11430000" cy="384048"/>
          </a:xfrm>
          <a:prstGeom prst="rect">
            <a:avLst/>
          </a:prstGeom>
          <a:solidFill>
            <a:srgbClr val="2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511296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langchain + langgraph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511296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Agent orchestration, tool routing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877056"/>
            <a:ext cx="11430000" cy="384048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913632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faiss-cpu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3913632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Vector similarity search over Overview column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4279392"/>
            <a:ext cx="11430000" cy="384048"/>
          </a:xfrm>
          <a:prstGeom prst="rect">
            <a:avLst/>
          </a:prstGeom>
          <a:solidFill>
            <a:srgbClr val="2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315968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pandas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4315968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All structured data filtering and sorting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681728"/>
            <a:ext cx="11430000" cy="384048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71830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python-dotenv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471830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.env loading for API keys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54864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C518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IMDB Movie Agent — app.py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46120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DD"/>
                </a:solidFill>
              </a:rPr>
              <a:t>✅  Streamlit conversational UI with voice I/O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21608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DD"/>
                </a:solidFill>
              </a:rPr>
              <a:t>✅  OpenAI GPT-4o + LangGraph agent (3 tools)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97096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DD"/>
                </a:solidFill>
              </a:rPr>
              <a:t>✅  FAISS semantic search over 1 000 movie overviews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72583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DD"/>
                </a:solidFill>
              </a:rPr>
              <a:t>✅  Whisper STT with confidence scoring &amp; confirmation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48072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DD"/>
                </a:solidFill>
              </a:rPr>
              <a:t>✅  OpenAI TTS + gTTS fallback with engine/voice selector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